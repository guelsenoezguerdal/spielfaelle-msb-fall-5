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9357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Implementation Research Logic Model (IRLM)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686CAA-F8D3-F2E9-FAB8-36F98BBD5B2E}"/>
              </a:ext>
            </a:extLst>
          </p:cNvPr>
          <p:cNvGrpSpPr/>
          <p:nvPr/>
        </p:nvGrpSpPr>
        <p:grpSpPr>
          <a:xfrm>
            <a:off x="181069" y="1005840"/>
            <a:ext cx="11614691" cy="5757098"/>
            <a:chOff x="274320" y="1005840"/>
            <a:chExt cx="11521440" cy="5757098"/>
          </a:xfrm>
        </p:grpSpPr>
        <p:sp>
          <p:nvSpPr>
            <p:cNvPr id="3" name="Rectangle 2"/>
            <p:cNvSpPr/>
            <p:nvPr/>
          </p:nvSpPr>
          <p:spPr>
            <a:xfrm>
              <a:off x="274320" y="1005840"/>
              <a:ext cx="2743200" cy="548640"/>
            </a:xfrm>
            <a:prstGeom prst="rect">
              <a:avLst/>
            </a:prstGeom>
            <a:solidFill>
              <a:srgbClr val="C8C8C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ysClr val="windowText" lastClr="000000"/>
                  </a:solidFill>
                </a:rPr>
                <a:t>Determinanten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274320" y="1554479"/>
              <a:ext cx="2743200" cy="520845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73736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dirty="0" err="1">
                  <a:solidFill>
                    <a:sysClr val="windowText" lastClr="000000"/>
                  </a:solidFill>
                </a:rPr>
                <a:t>Interventionsmerkmale</a:t>
              </a:r>
              <a:endParaRPr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7200" y="274320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dirty="0" err="1">
                  <a:solidFill>
                    <a:sysClr val="windowText" lastClr="000000"/>
                  </a:solidFill>
                </a:rPr>
                <a:t>Inneres</a:t>
              </a:r>
              <a:r>
                <a:rPr sz="1200" dirty="0">
                  <a:solidFill>
                    <a:sysClr val="windowText" lastClr="000000"/>
                  </a:solidFill>
                </a:rPr>
                <a:t> Setting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374904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Äußeres Setting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7200" y="475488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Individuelle Merkmale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" y="576072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Prozess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00400" y="1005840"/>
              <a:ext cx="2743200" cy="548640"/>
            </a:xfrm>
            <a:prstGeom prst="rect">
              <a:avLst/>
            </a:prstGeom>
            <a:solidFill>
              <a:srgbClr val="C8C8C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ysClr val="windowText" lastClr="000000"/>
                  </a:solidFill>
                </a:rPr>
                <a:t>Implementierungsstrategien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0400" y="1554479"/>
              <a:ext cx="2743200" cy="520845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83280" y="173736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Strategien hier eintragen...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26480" y="1005840"/>
              <a:ext cx="2743200" cy="548640"/>
            </a:xfrm>
            <a:prstGeom prst="rect">
              <a:avLst/>
            </a:prstGeom>
            <a:solidFill>
              <a:srgbClr val="C8C8C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ysClr val="windowText" lastClr="000000"/>
                  </a:solidFill>
                </a:rPr>
                <a:t>Mechanismen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26480" y="1554479"/>
              <a:ext cx="2743200" cy="520845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309360" y="173736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Mechanismen hier eintragen...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052560" y="1005840"/>
              <a:ext cx="2743200" cy="548640"/>
            </a:xfrm>
            <a:prstGeom prst="rect">
              <a:avLst/>
            </a:prstGeom>
            <a:solidFill>
              <a:srgbClr val="C8C8C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ysClr val="windowText" lastClr="000000"/>
                  </a:solidFill>
                </a:rPr>
                <a:t>Outcomes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52560" y="1554479"/>
              <a:ext cx="2743200" cy="520845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35440" y="173736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Implementierungsergebnisse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235440" y="274320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Service-Ergebnisse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235440" y="3749040"/>
              <a:ext cx="2377440" cy="82296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>
                  <a:solidFill>
                    <a:sysClr val="windowText" lastClr="000000"/>
                  </a:solidFill>
                </a:rPr>
                <a:t>Klinische / Patientenergebnisse</a:t>
              </a:r>
            </a:p>
          </p:txBody>
        </p:sp>
      </p:grp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075434CF-95A6-12EE-31BC-B6221AE9873D}"/>
              </a:ext>
            </a:extLst>
          </p:cNvPr>
          <p:cNvSpPr/>
          <p:nvPr/>
        </p:nvSpPr>
        <p:spPr>
          <a:xfrm>
            <a:off x="2946472" y="3648547"/>
            <a:ext cx="184360" cy="27160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B3849BA8-AD92-4620-344A-C6837B45F439}"/>
              </a:ext>
            </a:extLst>
          </p:cNvPr>
          <p:cNvSpPr/>
          <p:nvPr/>
        </p:nvSpPr>
        <p:spPr>
          <a:xfrm>
            <a:off x="5896234" y="3665145"/>
            <a:ext cx="184360" cy="27160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: nach rechts 23">
            <a:extLst>
              <a:ext uri="{FF2B5EF4-FFF2-40B4-BE49-F238E27FC236}">
                <a16:creationId xmlns:a16="http://schemas.microsoft.com/office/drawing/2014/main" id="{D26F5AC3-277F-E9DC-DB7E-C3CA03B590C1}"/>
              </a:ext>
            </a:extLst>
          </p:cNvPr>
          <p:cNvSpPr/>
          <p:nvPr/>
        </p:nvSpPr>
        <p:spPr>
          <a:xfrm>
            <a:off x="8845998" y="3681743"/>
            <a:ext cx="184360" cy="27160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0883C298-A2C8-B127-CD72-1EFF85C5A2D7}"/>
              </a:ext>
            </a:extLst>
          </p:cNvPr>
          <p:cNvSpPr/>
          <p:nvPr/>
        </p:nvSpPr>
        <p:spPr>
          <a:xfrm rot="5400000">
            <a:off x="10322153" y="2515424"/>
            <a:ext cx="181808" cy="27160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25AB2EF3-7DF4-9DC6-A4AC-5B7E6D3623DC}"/>
              </a:ext>
            </a:extLst>
          </p:cNvPr>
          <p:cNvSpPr/>
          <p:nvPr/>
        </p:nvSpPr>
        <p:spPr>
          <a:xfrm rot="5400000">
            <a:off x="10322152" y="3519988"/>
            <a:ext cx="181808" cy="27160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Benutzerdefiniert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2</cp:revision>
  <dcterms:created xsi:type="dcterms:W3CDTF">2013-01-27T09:14:16Z</dcterms:created>
  <dcterms:modified xsi:type="dcterms:W3CDTF">2026-02-20T13:01:25Z</dcterms:modified>
  <cp:category/>
</cp:coreProperties>
</file>