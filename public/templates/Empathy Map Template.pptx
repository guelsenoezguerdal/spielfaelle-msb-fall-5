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75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4320" y="182880"/>
            <a:ext cx="30667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de-DE" sz="3600" b="1" dirty="0"/>
              <a:t>EMPATHY MAP</a:t>
            </a:r>
            <a:endParaRPr sz="3600" b="1" dirty="0"/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8229600" cy="5486400"/>
          </a:xfrm>
          <a:prstGeom prst="rect">
            <a:avLst/>
          </a:prstGeom>
          <a:noFill/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" name="Connector 5"/>
          <p:cNvCxnSpPr/>
          <p:nvPr/>
        </p:nvCxnSpPr>
        <p:spPr>
          <a:xfrm>
            <a:off x="274320" y="914400"/>
            <a:ext cx="8229600" cy="5486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74320" y="914400"/>
            <a:ext cx="8229600" cy="548640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3768" y="3082784"/>
            <a:ext cx="689035" cy="400110"/>
          </a:xfrm>
          <a:prstGeom prst="rect">
            <a:avLst/>
          </a:prstGeom>
          <a:solidFill>
            <a:srgbClr val="92D050"/>
          </a:solidFill>
        </p:spPr>
        <p:txBody>
          <a:bodyPr wrap="none">
            <a:spAutoFit/>
          </a:bodyPr>
          <a:lstStyle/>
          <a:p>
            <a:r>
              <a:rPr sz="2000" b="1" dirty="0"/>
              <a:t>SAYS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0591" y="923453"/>
            <a:ext cx="971484" cy="40011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sz="2000" b="1" dirty="0"/>
              <a:t>THINKS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4306" y="6000690"/>
            <a:ext cx="764055" cy="40011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sz="2000" b="1" dirty="0"/>
              <a:t>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5437" y="3234803"/>
            <a:ext cx="782587" cy="4001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sz="2000" b="1" dirty="0"/>
              <a:t>FEELS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914400"/>
            <a:ext cx="3200400" cy="274320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 dirty="0"/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D63082C-27A9-4C62-69B8-7D6588FC47D0}"/>
              </a:ext>
            </a:extLst>
          </p:cNvPr>
          <p:cNvSpPr txBox="1"/>
          <p:nvPr/>
        </p:nvSpPr>
        <p:spPr>
          <a:xfrm>
            <a:off x="9969385" y="923453"/>
            <a:ext cx="818109" cy="4001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de-DE" sz="2000" b="1" dirty="0"/>
              <a:t>PAINS</a:t>
            </a:r>
            <a:endParaRPr sz="2000" b="1" dirty="0"/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5A056E33-37C7-4823-B2D6-A299C491CB1F}"/>
              </a:ext>
            </a:extLst>
          </p:cNvPr>
          <p:cNvSpPr/>
          <p:nvPr/>
        </p:nvSpPr>
        <p:spPr>
          <a:xfrm>
            <a:off x="8778240" y="3728519"/>
            <a:ext cx="3200400" cy="2743200"/>
          </a:xfrm>
          <a:prstGeom prst="rect">
            <a:avLst/>
          </a:prstGeom>
          <a:noFill/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b="1" dirty="0"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086DD4F3-5FE1-3908-C67E-EF6BB3CF0B58}"/>
              </a:ext>
            </a:extLst>
          </p:cNvPr>
          <p:cNvSpPr txBox="1"/>
          <p:nvPr/>
        </p:nvSpPr>
        <p:spPr>
          <a:xfrm>
            <a:off x="9966158" y="3736814"/>
            <a:ext cx="862737" cy="4001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r>
              <a:rPr lang="de-DE" sz="2000" b="1" dirty="0"/>
              <a:t>GAINS</a:t>
            </a:r>
            <a:endParaRPr sz="2000" b="1" dirty="0"/>
          </a:p>
        </p:txBody>
      </p:sp>
      <p:sp>
        <p:nvSpPr>
          <p:cNvPr id="5" name="Oval 4"/>
          <p:cNvSpPr/>
          <p:nvPr/>
        </p:nvSpPr>
        <p:spPr>
          <a:xfrm>
            <a:off x="3474720" y="2717875"/>
            <a:ext cx="1828800" cy="1828800"/>
          </a:xfrm>
          <a:prstGeom prst="ellipse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dirty="0"/>
              <a:t>USER NAME</a:t>
            </a:r>
            <a:endParaRPr dirty="0"/>
          </a:p>
        </p:txBody>
      </p:sp>
      <p:sp>
        <p:nvSpPr>
          <p:cNvPr id="2" name="Rechteck: gefaltete Ecke 1">
            <a:extLst>
              <a:ext uri="{FF2B5EF4-FFF2-40B4-BE49-F238E27FC236}">
                <a16:creationId xmlns:a16="http://schemas.microsoft.com/office/drawing/2014/main" id="{AF234A0B-C19C-90C2-C11E-9F546BD5DB6C}"/>
              </a:ext>
            </a:extLst>
          </p:cNvPr>
          <p:cNvSpPr/>
          <p:nvPr/>
        </p:nvSpPr>
        <p:spPr>
          <a:xfrm>
            <a:off x="446772" y="3801948"/>
            <a:ext cx="1186004" cy="1074647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: gefaltete Ecke 12">
            <a:extLst>
              <a:ext uri="{FF2B5EF4-FFF2-40B4-BE49-F238E27FC236}">
                <a16:creationId xmlns:a16="http://schemas.microsoft.com/office/drawing/2014/main" id="{94F74F1E-4F4F-67DD-C6B2-994D05B9DF40}"/>
              </a:ext>
            </a:extLst>
          </p:cNvPr>
          <p:cNvSpPr/>
          <p:nvPr/>
        </p:nvSpPr>
        <p:spPr>
          <a:xfrm>
            <a:off x="3203116" y="1453544"/>
            <a:ext cx="1186004" cy="1074647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gefaltete Ecke 16">
            <a:extLst>
              <a:ext uri="{FF2B5EF4-FFF2-40B4-BE49-F238E27FC236}">
                <a16:creationId xmlns:a16="http://schemas.microsoft.com/office/drawing/2014/main" id="{9EEEE233-B41A-B98C-5D4B-57BC8DFCA305}"/>
              </a:ext>
            </a:extLst>
          </p:cNvPr>
          <p:cNvSpPr/>
          <p:nvPr/>
        </p:nvSpPr>
        <p:spPr>
          <a:xfrm>
            <a:off x="4888361" y="1548386"/>
            <a:ext cx="1186004" cy="1074647"/>
          </a:xfrm>
          <a:prstGeom prst="foldedCorne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: gefaltete Ecke 17">
            <a:extLst>
              <a:ext uri="{FF2B5EF4-FFF2-40B4-BE49-F238E27FC236}">
                <a16:creationId xmlns:a16="http://schemas.microsoft.com/office/drawing/2014/main" id="{9E1B1CE5-85D9-6574-00FE-374622404860}"/>
              </a:ext>
            </a:extLst>
          </p:cNvPr>
          <p:cNvSpPr/>
          <p:nvPr/>
        </p:nvSpPr>
        <p:spPr>
          <a:xfrm>
            <a:off x="1805228" y="3657600"/>
            <a:ext cx="1186004" cy="1074647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Rechteck: gefaltete Ecke 18">
            <a:extLst>
              <a:ext uri="{FF2B5EF4-FFF2-40B4-BE49-F238E27FC236}">
                <a16:creationId xmlns:a16="http://schemas.microsoft.com/office/drawing/2014/main" id="{6A524D44-C42F-A7E8-BBDE-CADCF697CE9F}"/>
              </a:ext>
            </a:extLst>
          </p:cNvPr>
          <p:cNvSpPr/>
          <p:nvPr/>
        </p:nvSpPr>
        <p:spPr>
          <a:xfrm>
            <a:off x="1298562" y="2497764"/>
            <a:ext cx="1186004" cy="1074647"/>
          </a:xfrm>
          <a:prstGeom prst="foldedCorne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: gefaltete Ecke 19">
            <a:extLst>
              <a:ext uri="{FF2B5EF4-FFF2-40B4-BE49-F238E27FC236}">
                <a16:creationId xmlns:a16="http://schemas.microsoft.com/office/drawing/2014/main" id="{7AA1969E-EED6-9050-B38C-D6660A3122E1}"/>
              </a:ext>
            </a:extLst>
          </p:cNvPr>
          <p:cNvSpPr/>
          <p:nvPr/>
        </p:nvSpPr>
        <p:spPr>
          <a:xfrm>
            <a:off x="5911476" y="3437269"/>
            <a:ext cx="1186004" cy="1074647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Rechteck: gefaltete Ecke 20">
            <a:extLst>
              <a:ext uri="{FF2B5EF4-FFF2-40B4-BE49-F238E27FC236}">
                <a16:creationId xmlns:a16="http://schemas.microsoft.com/office/drawing/2014/main" id="{11227DE1-4363-F3AE-9AC9-5112EBEFADEC}"/>
              </a:ext>
            </a:extLst>
          </p:cNvPr>
          <p:cNvSpPr/>
          <p:nvPr/>
        </p:nvSpPr>
        <p:spPr>
          <a:xfrm>
            <a:off x="6288109" y="2745515"/>
            <a:ext cx="1186004" cy="1074647"/>
          </a:xfrm>
          <a:prstGeom prst="foldedCorner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Rechteck: gefaltete Ecke 21">
            <a:extLst>
              <a:ext uri="{FF2B5EF4-FFF2-40B4-BE49-F238E27FC236}">
                <a16:creationId xmlns:a16="http://schemas.microsoft.com/office/drawing/2014/main" id="{830B310A-F55A-7710-2CCA-3974144CD67F}"/>
              </a:ext>
            </a:extLst>
          </p:cNvPr>
          <p:cNvSpPr/>
          <p:nvPr/>
        </p:nvSpPr>
        <p:spPr>
          <a:xfrm>
            <a:off x="3341057" y="4841035"/>
            <a:ext cx="1186004" cy="1074647"/>
          </a:xfrm>
          <a:prstGeom prst="foldedCorner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Rechteck: gefaltete Ecke 22">
            <a:extLst>
              <a:ext uri="{FF2B5EF4-FFF2-40B4-BE49-F238E27FC236}">
                <a16:creationId xmlns:a16="http://schemas.microsoft.com/office/drawing/2014/main" id="{35A22705-3C21-D742-EE30-1ED92B6A53AD}"/>
              </a:ext>
            </a:extLst>
          </p:cNvPr>
          <p:cNvSpPr/>
          <p:nvPr/>
        </p:nvSpPr>
        <p:spPr>
          <a:xfrm>
            <a:off x="4475346" y="4631683"/>
            <a:ext cx="1186004" cy="1074647"/>
          </a:xfrm>
          <a:prstGeom prst="foldedCorner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Rechteck: gefaltete Ecke 23">
            <a:extLst>
              <a:ext uri="{FF2B5EF4-FFF2-40B4-BE49-F238E27FC236}">
                <a16:creationId xmlns:a16="http://schemas.microsoft.com/office/drawing/2014/main" id="{5B41A9C6-1B97-CDFE-6F3D-84EFC908C978}"/>
              </a:ext>
            </a:extLst>
          </p:cNvPr>
          <p:cNvSpPr/>
          <p:nvPr/>
        </p:nvSpPr>
        <p:spPr>
          <a:xfrm>
            <a:off x="5857207" y="5169006"/>
            <a:ext cx="1186004" cy="1074647"/>
          </a:xfrm>
          <a:prstGeom prst="foldedCorner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Rechteck: gefaltete Ecke 24">
            <a:extLst>
              <a:ext uri="{FF2B5EF4-FFF2-40B4-BE49-F238E27FC236}">
                <a16:creationId xmlns:a16="http://schemas.microsoft.com/office/drawing/2014/main" id="{4DC16243-CA78-2381-68A6-495743D1D36E}"/>
              </a:ext>
            </a:extLst>
          </p:cNvPr>
          <p:cNvSpPr/>
          <p:nvPr/>
        </p:nvSpPr>
        <p:spPr>
          <a:xfrm>
            <a:off x="9158730" y="1854696"/>
            <a:ext cx="963692" cy="890820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Rechteck: gefaltete Ecke 25">
            <a:extLst>
              <a:ext uri="{FF2B5EF4-FFF2-40B4-BE49-F238E27FC236}">
                <a16:creationId xmlns:a16="http://schemas.microsoft.com/office/drawing/2014/main" id="{45808C88-794A-A994-D733-6E998B5CD414}"/>
              </a:ext>
            </a:extLst>
          </p:cNvPr>
          <p:cNvSpPr/>
          <p:nvPr/>
        </p:nvSpPr>
        <p:spPr>
          <a:xfrm>
            <a:off x="9792976" y="2404273"/>
            <a:ext cx="963692" cy="890820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278A3608-CAAB-3247-40CC-0BD6C54E20B6}"/>
              </a:ext>
            </a:extLst>
          </p:cNvPr>
          <p:cNvSpPr/>
          <p:nvPr/>
        </p:nvSpPr>
        <p:spPr>
          <a:xfrm>
            <a:off x="10801364" y="1428700"/>
            <a:ext cx="963692" cy="890820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Rechteck: gefaltete Ecke 27">
            <a:extLst>
              <a:ext uri="{FF2B5EF4-FFF2-40B4-BE49-F238E27FC236}">
                <a16:creationId xmlns:a16="http://schemas.microsoft.com/office/drawing/2014/main" id="{E758D901-D4AE-DB4C-3B1C-805FC394F31C}"/>
              </a:ext>
            </a:extLst>
          </p:cNvPr>
          <p:cNvSpPr/>
          <p:nvPr/>
        </p:nvSpPr>
        <p:spPr>
          <a:xfrm>
            <a:off x="10885808" y="2614925"/>
            <a:ext cx="963692" cy="890820"/>
          </a:xfrm>
          <a:prstGeom prst="foldedCorner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Rechteck: gefaltete Ecke 28">
            <a:extLst>
              <a:ext uri="{FF2B5EF4-FFF2-40B4-BE49-F238E27FC236}">
                <a16:creationId xmlns:a16="http://schemas.microsoft.com/office/drawing/2014/main" id="{440101DC-1960-FCD7-782C-F5360FDA4974}"/>
              </a:ext>
            </a:extLst>
          </p:cNvPr>
          <p:cNvSpPr/>
          <p:nvPr/>
        </p:nvSpPr>
        <p:spPr>
          <a:xfrm>
            <a:off x="9002466" y="4723596"/>
            <a:ext cx="963692" cy="89082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" name="Rechteck: gefaltete Ecke 29">
            <a:extLst>
              <a:ext uri="{FF2B5EF4-FFF2-40B4-BE49-F238E27FC236}">
                <a16:creationId xmlns:a16="http://schemas.microsoft.com/office/drawing/2014/main" id="{F90297C1-EA44-733D-CBD2-75EEB6B0E65E}"/>
              </a:ext>
            </a:extLst>
          </p:cNvPr>
          <p:cNvSpPr/>
          <p:nvPr/>
        </p:nvSpPr>
        <p:spPr>
          <a:xfrm>
            <a:off x="9636712" y="5273173"/>
            <a:ext cx="963692" cy="89082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Rechteck: gefaltete Ecke 30">
            <a:extLst>
              <a:ext uri="{FF2B5EF4-FFF2-40B4-BE49-F238E27FC236}">
                <a16:creationId xmlns:a16="http://schemas.microsoft.com/office/drawing/2014/main" id="{35D761FE-BB48-414F-95E1-2F04EE1DDD74}"/>
              </a:ext>
            </a:extLst>
          </p:cNvPr>
          <p:cNvSpPr/>
          <p:nvPr/>
        </p:nvSpPr>
        <p:spPr>
          <a:xfrm>
            <a:off x="10645100" y="4297600"/>
            <a:ext cx="963692" cy="89082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: gefaltete Ecke 31">
            <a:extLst>
              <a:ext uri="{FF2B5EF4-FFF2-40B4-BE49-F238E27FC236}">
                <a16:creationId xmlns:a16="http://schemas.microsoft.com/office/drawing/2014/main" id="{E389D21B-B932-917A-573D-5BA1E491807E}"/>
              </a:ext>
            </a:extLst>
          </p:cNvPr>
          <p:cNvSpPr/>
          <p:nvPr/>
        </p:nvSpPr>
        <p:spPr>
          <a:xfrm>
            <a:off x="10729544" y="5483825"/>
            <a:ext cx="963692" cy="890820"/>
          </a:xfrm>
          <a:prstGeom prst="foldedCorner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Office PowerPoint</Application>
  <PresentationFormat>Benutzerdefiniert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Annika Hering</dc:creator>
  <cp:keywords/>
  <dc:description>generated using python-pptx</dc:description>
  <cp:lastModifiedBy>Hering, Annika</cp:lastModifiedBy>
  <cp:revision>3</cp:revision>
  <dcterms:created xsi:type="dcterms:W3CDTF">2013-01-27T09:14:16Z</dcterms:created>
  <dcterms:modified xsi:type="dcterms:W3CDTF">2026-03-02T09:41:05Z</dcterms:modified>
  <cp:category/>
</cp:coreProperties>
</file>