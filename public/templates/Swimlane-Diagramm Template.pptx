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7511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600" b="1"/>
              <a:t>Prozessdarstellung</a:t>
            </a:r>
            <a:endParaRPr sz="3600" b="1" dirty="0"/>
          </a:p>
        </p:txBody>
      </p:sp>
      <p:sp>
        <p:nvSpPr>
          <p:cNvPr id="14" name="Rectangle 13"/>
          <p:cNvSpPr/>
          <p:nvPr/>
        </p:nvSpPr>
        <p:spPr>
          <a:xfrm>
            <a:off x="2165207" y="6204871"/>
            <a:ext cx="1421394" cy="45555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Prozess-Schritt</a:t>
            </a:r>
            <a:endParaRPr sz="1400" dirty="0"/>
          </a:p>
        </p:txBody>
      </p:sp>
      <p:sp>
        <p:nvSpPr>
          <p:cNvPr id="16" name="Flussdiagramm: Verbinder 15">
            <a:extLst>
              <a:ext uri="{FF2B5EF4-FFF2-40B4-BE49-F238E27FC236}">
                <a16:creationId xmlns:a16="http://schemas.microsoft.com/office/drawing/2014/main" id="{9216EA1F-6F98-297E-B2ED-55FB6524B599}"/>
              </a:ext>
            </a:extLst>
          </p:cNvPr>
          <p:cNvSpPr/>
          <p:nvPr/>
        </p:nvSpPr>
        <p:spPr>
          <a:xfrm>
            <a:off x="457200" y="6292089"/>
            <a:ext cx="323107" cy="281116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Flussdiagramm: Verbinder 16">
            <a:extLst>
              <a:ext uri="{FF2B5EF4-FFF2-40B4-BE49-F238E27FC236}">
                <a16:creationId xmlns:a16="http://schemas.microsoft.com/office/drawing/2014/main" id="{80CFAD63-9B04-63E0-7CD7-BB73F39E7F51}"/>
              </a:ext>
            </a:extLst>
          </p:cNvPr>
          <p:cNvSpPr/>
          <p:nvPr/>
        </p:nvSpPr>
        <p:spPr>
          <a:xfrm>
            <a:off x="1081890" y="6292089"/>
            <a:ext cx="323107" cy="281116"/>
          </a:xfrm>
          <a:prstGeom prst="flowChartConnector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lussdiagramm: Verzweigung 17">
            <a:extLst>
              <a:ext uri="{FF2B5EF4-FFF2-40B4-BE49-F238E27FC236}">
                <a16:creationId xmlns:a16="http://schemas.microsoft.com/office/drawing/2014/main" id="{0704C423-A8CF-0A9C-BEAE-C627F5BFEC6E}"/>
              </a:ext>
            </a:extLst>
          </p:cNvPr>
          <p:cNvSpPr/>
          <p:nvPr/>
        </p:nvSpPr>
        <p:spPr>
          <a:xfrm>
            <a:off x="4110272" y="5958446"/>
            <a:ext cx="878187" cy="804446"/>
          </a:xfrm>
          <a:prstGeom prst="flowChartDecision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900" dirty="0"/>
              <a:t>Ver-zwei-</a:t>
            </a:r>
            <a:r>
              <a:rPr lang="de-DE" sz="900" dirty="0" err="1"/>
              <a:t>gung</a:t>
            </a:r>
            <a:endParaRPr lang="de-DE" sz="900" dirty="0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12F373C4-801D-6353-6BD7-0FD58B5089A9}"/>
              </a:ext>
            </a:extLst>
          </p:cNvPr>
          <p:cNvGrpSpPr/>
          <p:nvPr/>
        </p:nvGrpSpPr>
        <p:grpSpPr>
          <a:xfrm>
            <a:off x="457200" y="1170206"/>
            <a:ext cx="10972800" cy="4117516"/>
            <a:chOff x="457200" y="1170206"/>
            <a:chExt cx="10972800" cy="411751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D1DB6063-C3EF-0731-9394-58AFA56B8594}"/>
                </a:ext>
              </a:extLst>
            </p:cNvPr>
            <p:cNvGrpSpPr/>
            <p:nvPr/>
          </p:nvGrpSpPr>
          <p:grpSpPr>
            <a:xfrm>
              <a:off x="457200" y="1170206"/>
              <a:ext cx="10972800" cy="4117516"/>
              <a:chOff x="457200" y="1097280"/>
              <a:chExt cx="10972800" cy="5029200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548640" y="1280160"/>
                <a:ext cx="169661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200" b="1" dirty="0"/>
                  <a:t>Ggf. Prozess (z. B. Aufnahme, Diagnostik, etc.)</a:t>
                </a:r>
                <a:endParaRPr sz="1200" b="1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48638" y="2438091"/>
                <a:ext cx="761427" cy="3385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de-DE" sz="1600" b="1" dirty="0"/>
                  <a:t>Akteur</a:t>
                </a:r>
                <a:endParaRPr sz="1600" b="1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48640" y="3414608"/>
                <a:ext cx="761427" cy="3385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de-DE" sz="1600" b="1" dirty="0"/>
                  <a:t>Akteur</a:t>
                </a:r>
                <a:endParaRPr sz="1600" b="1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48639" y="4417416"/>
                <a:ext cx="761427" cy="3385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de-DE" sz="1600" b="1" dirty="0"/>
                  <a:t>Akteur</a:t>
                </a:r>
                <a:endParaRPr sz="1600" b="1" dirty="0"/>
              </a:p>
            </p:txBody>
          </p:sp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F583A435-8913-6BB0-D3FE-ABEE5974B5A3}"/>
                  </a:ext>
                </a:extLst>
              </p:cNvPr>
              <p:cNvGrpSpPr/>
              <p:nvPr/>
            </p:nvGrpSpPr>
            <p:grpSpPr>
              <a:xfrm>
                <a:off x="457200" y="1097280"/>
                <a:ext cx="10972800" cy="5029200"/>
                <a:chOff x="457200" y="1097280"/>
                <a:chExt cx="10972800" cy="5029200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457200" y="1097280"/>
                  <a:ext cx="10972800" cy="1005840"/>
                </a:xfrm>
                <a:prstGeom prst="rect">
                  <a:avLst/>
                </a:prstGeom>
                <a:noFill/>
                <a:ln cap="rnd">
                  <a:solidFill>
                    <a:srgbClr val="000000"/>
                  </a:solidFill>
                  <a:beve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457200" y="2103120"/>
                  <a:ext cx="10972800" cy="10058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457200" y="3108960"/>
                  <a:ext cx="10972800" cy="10058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57200" y="4114800"/>
                  <a:ext cx="10972800" cy="10058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457200" y="5120640"/>
                  <a:ext cx="10972800" cy="1005840"/>
                </a:xfrm>
                <a:prstGeom prst="rect">
                  <a:avLst/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  <p:sp>
            <p:nvSpPr>
              <p:cNvPr id="12" name="TextBox 11"/>
              <p:cNvSpPr txBox="1"/>
              <p:nvPr/>
            </p:nvSpPr>
            <p:spPr>
              <a:xfrm>
                <a:off x="548640" y="5423257"/>
                <a:ext cx="761427" cy="3385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de-DE" sz="1600" b="1" dirty="0"/>
                  <a:t>Akteur</a:t>
                </a:r>
                <a:endParaRPr sz="1600" b="1" dirty="0"/>
              </a:p>
            </p:txBody>
          </p:sp>
        </p:grp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D45AB18C-ABCE-5229-C815-754446F48482}"/>
                </a:ext>
              </a:extLst>
            </p:cNvPr>
            <p:cNvCxnSpPr/>
            <p:nvPr/>
          </p:nvCxnSpPr>
          <p:spPr>
            <a:xfrm>
              <a:off x="2245259" y="1170206"/>
              <a:ext cx="0" cy="41175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2F6850CE-4F6B-AA5A-2ED0-846D700FC4F2}"/>
              </a:ext>
            </a:extLst>
          </p:cNvPr>
          <p:cNvCxnSpPr/>
          <p:nvPr/>
        </p:nvCxnSpPr>
        <p:spPr>
          <a:xfrm>
            <a:off x="5350598" y="6214252"/>
            <a:ext cx="743814" cy="4555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33455C1-82CC-38DF-0652-697F807D7E32}"/>
              </a:ext>
            </a:extLst>
          </p:cNvPr>
          <p:cNvCxnSpPr/>
          <p:nvPr/>
        </p:nvCxnSpPr>
        <p:spPr>
          <a:xfrm>
            <a:off x="6618083" y="6446067"/>
            <a:ext cx="697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hteck: gefaltete Ecke 27">
            <a:extLst>
              <a:ext uri="{FF2B5EF4-FFF2-40B4-BE49-F238E27FC236}">
                <a16:creationId xmlns:a16="http://schemas.microsoft.com/office/drawing/2014/main" id="{4552385E-BE3A-0CD4-B60B-74E0275A5D34}"/>
              </a:ext>
            </a:extLst>
          </p:cNvPr>
          <p:cNvSpPr/>
          <p:nvPr/>
        </p:nvSpPr>
        <p:spPr>
          <a:xfrm>
            <a:off x="7903675" y="6205198"/>
            <a:ext cx="1176950" cy="455551"/>
          </a:xfrm>
          <a:prstGeom prst="foldedCorner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/>
              <a:t>Name (Dokument)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Benutzerdefiniert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4</cp:revision>
  <dcterms:created xsi:type="dcterms:W3CDTF">2013-01-27T09:14:16Z</dcterms:created>
  <dcterms:modified xsi:type="dcterms:W3CDTF">2026-02-20T13:02:54Z</dcterms:modified>
  <cp:category/>
</cp:coreProperties>
</file>