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94A2D-9641-EFF2-E99E-7ADE2991BC96}" v="18" dt="2025-09-25T11:12:48.285"/>
    <p1510:client id="{26479079-B637-4E68-0DDC-54492C0BEBA0}" v="22" dt="2025-09-25T11:09:23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ökenkamp, Antonia" userId="S::antonia.boekenkamp@hs-osnabrueck.de::6c96c6f7-4ae6-4626-8122-5810c558ab8f" providerId="AD" clId="Web-{05494A2D-9641-EFF2-E99E-7ADE2991BC96}"/>
    <pc:docChg chg="modSld">
      <pc:chgData name="Bökenkamp, Antonia" userId="S::antonia.boekenkamp@hs-osnabrueck.de::6c96c6f7-4ae6-4626-8122-5810c558ab8f" providerId="AD" clId="Web-{05494A2D-9641-EFF2-E99E-7ADE2991BC96}" dt="2025-09-25T11:12:45.801" v="9" actId="20577"/>
      <pc:docMkLst>
        <pc:docMk/>
      </pc:docMkLst>
      <pc:sldChg chg="modSp">
        <pc:chgData name="Bökenkamp, Antonia" userId="S::antonia.boekenkamp@hs-osnabrueck.de::6c96c6f7-4ae6-4626-8122-5810c558ab8f" providerId="AD" clId="Web-{05494A2D-9641-EFF2-E99E-7ADE2991BC96}" dt="2025-09-25T11:12:45.801" v="9" actId="20577"/>
        <pc:sldMkLst>
          <pc:docMk/>
          <pc:sldMk cId="3292722277" sldId="257"/>
        </pc:sldMkLst>
        <pc:spChg chg="mod">
          <ac:chgData name="Bökenkamp, Antonia" userId="S::antonia.boekenkamp@hs-osnabrueck.de::6c96c6f7-4ae6-4626-8122-5810c558ab8f" providerId="AD" clId="Web-{05494A2D-9641-EFF2-E99E-7ADE2991BC96}" dt="2025-09-25T11:12:45.801" v="9" actId="20577"/>
          <ac:spMkLst>
            <pc:docMk/>
            <pc:sldMk cId="3292722277" sldId="257"/>
            <ac:spMk id="4" creationId="{753FBD97-3AE1-3592-3B0C-62EB5579D740}"/>
          </ac:spMkLst>
        </pc:spChg>
        <pc:spChg chg="mod">
          <ac:chgData name="Bökenkamp, Antonia" userId="S::antonia.boekenkamp@hs-osnabrueck.de::6c96c6f7-4ae6-4626-8122-5810c558ab8f" providerId="AD" clId="Web-{05494A2D-9641-EFF2-E99E-7ADE2991BC96}" dt="2025-09-25T11:09:57.989" v="8" actId="20577"/>
          <ac:spMkLst>
            <pc:docMk/>
            <pc:sldMk cId="3292722277" sldId="257"/>
            <ac:spMk id="5" creationId="{F61AA7E4-A50D-F461-90E1-5760178CA342}"/>
          </ac:spMkLst>
        </pc:spChg>
      </pc:sldChg>
    </pc:docChg>
  </pc:docChgLst>
  <pc:docChgLst>
    <pc:chgData name="Bökenkamp, Antonia" userId="S::antonia.boekenkamp@hs-osnabrueck.de::6c96c6f7-4ae6-4626-8122-5810c558ab8f" providerId="AD" clId="Web-{26479079-B637-4E68-0DDC-54492C0BEBA0}"/>
    <pc:docChg chg="modSld">
      <pc:chgData name="Bökenkamp, Antonia" userId="S::antonia.boekenkamp@hs-osnabrueck.de::6c96c6f7-4ae6-4626-8122-5810c558ab8f" providerId="AD" clId="Web-{26479079-B637-4E68-0DDC-54492C0BEBA0}" dt="2025-09-25T11:09:23.695" v="9" actId="20577"/>
      <pc:docMkLst>
        <pc:docMk/>
      </pc:docMkLst>
      <pc:sldChg chg="modSp">
        <pc:chgData name="Bökenkamp, Antonia" userId="S::antonia.boekenkamp@hs-osnabrueck.de::6c96c6f7-4ae6-4626-8122-5810c558ab8f" providerId="AD" clId="Web-{26479079-B637-4E68-0DDC-54492C0BEBA0}" dt="2025-09-25T11:09:23.695" v="9" actId="20577"/>
        <pc:sldMkLst>
          <pc:docMk/>
          <pc:sldMk cId="3292722277" sldId="257"/>
        </pc:sldMkLst>
        <pc:spChg chg="mod">
          <ac:chgData name="Bökenkamp, Antonia" userId="S::antonia.boekenkamp@hs-osnabrueck.de::6c96c6f7-4ae6-4626-8122-5810c558ab8f" providerId="AD" clId="Web-{26479079-B637-4E68-0DDC-54492C0BEBA0}" dt="2025-09-25T11:09:23.695" v="9" actId="20577"/>
          <ac:spMkLst>
            <pc:docMk/>
            <pc:sldMk cId="3292722277" sldId="257"/>
            <ac:spMk id="4" creationId="{753FBD97-3AE1-3592-3B0C-62EB5579D740}"/>
          </ac:spMkLst>
        </pc:spChg>
        <pc:spChg chg="mod">
          <ac:chgData name="Bökenkamp, Antonia" userId="S::antonia.boekenkamp@hs-osnabrueck.de::6c96c6f7-4ae6-4626-8122-5810c558ab8f" providerId="AD" clId="Web-{26479079-B637-4E68-0DDC-54492C0BEBA0}" dt="2025-09-25T11:06:34.215" v="7" actId="20577"/>
          <ac:spMkLst>
            <pc:docMk/>
            <pc:sldMk cId="3292722277" sldId="257"/>
            <ac:spMk id="5" creationId="{F61AA7E4-A50D-F461-90E1-5760178CA3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89179D-12EF-12AB-9A62-153BDEA08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26C5032-D590-50E5-59FC-B9F8E9BAD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C8E7CB-E7EA-765C-B3CA-36B3A094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C99EBB-0C76-57AD-E5B6-AA5F2202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B0157E-97DF-2E0C-3BC7-C4BD1135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335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646162-0230-B244-CED6-A13092AB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064F5-E53E-D119-68D5-39BB3DE03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DCAE9F-95BA-B670-12FE-6326EFA5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8F154A-3EBE-A9D3-04A3-F1E93607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C1158-E7BD-5055-288C-FB169AF5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17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CB4BE-ECE0-1F28-3101-1A9AE9B5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92CFD9-4A3E-610D-B89B-0E1C3B572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6F92FD-6DD7-D5BF-73E0-4591F32B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43B8AE-B956-C68E-682F-CF127C5B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C0CDDA-FFF4-0F12-D66F-00C44067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82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28E0E-4412-32B3-09E8-A77B9F88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838BD7-B7AA-0202-77C6-12B6BCD2D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4BCCD3-B7B9-0D1A-B7D6-F8D0B2B3A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EB3533-C064-C916-235F-EF590D59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2539B5-0893-CB27-06AE-B977DA8B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AA7DE0-7C49-D818-8538-5F780D91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77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C7966-7D1E-1E92-147A-1E78C44A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48A63D-FC47-4FB3-34B3-6DD1A13DF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7314F7-5A5D-85F4-CD14-A3E2F6345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29F315-547B-9530-5AD6-695999751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F46B9E-5310-F213-4836-0BDE4DAA6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E05E547-CB8E-DECD-C655-DA1DD99F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CC8DE97-1F1D-E293-1514-FDDB95F1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017FBD-F62C-7951-7DF1-B29592B4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1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1BC28-9324-8934-D9CA-A81BCBCF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F9A56A-4B1F-6EF8-12DE-4FDCE15A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8B5A2F-D670-4E0F-8E3E-86C9C8C5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9957207-86EE-DBDE-CF08-4FBD74F8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20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E02DBB-82BC-4944-356E-5539AEAB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D7587C-5823-B93B-CAF8-AF9AC5AA2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B673AB-D8B9-D95A-6A77-BED06E91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41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68D75-F853-ED67-47BD-60CAC33D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E38DFD-1042-7C70-EBF9-340BC2643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B567C0-EE13-008F-9B36-A2CD961C0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CA5B8C-3AB0-A9FF-6898-2B11443B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F05FB2-9B79-B9AE-F7B5-6798DBE41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499AEC-4AC4-3A84-D7D4-3912D78B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85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1AA18C-6517-81F1-45DC-93FE3A5D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FAAD8F9-190B-4F3A-D685-2DD9DEB95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65E46B-0E9A-02D5-F05D-3DAAEE17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38B074-52BD-B7C7-620D-410F3882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87E2A2-1F49-0702-3F4A-4D305477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0F4C9A-F733-1079-2BF4-C2062EA7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6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3923E-AF4C-A4B2-7734-95807C819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426E4F-2D4A-4AD2-3FF6-B07DA4662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032583-76E9-CFBB-8317-D2ED659D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BE8BC4-F515-4E8A-A8A3-20F5C44C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7C94E9-A39F-DBFB-E809-982ECD15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6005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7443529-7545-E2D5-CF14-AA5F05089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6B7CB8-7A45-A78F-24F6-B12F26E8C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D000D-5B37-5EAB-D9DB-E80C9B226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72447E-595C-3013-972C-21FD739B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DF3E7D-986D-8FC2-AB2A-680F5042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43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5FA567-8EB0-D9C5-A463-81408D39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A7D299-EAB0-2F31-2078-231C8D1D8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A11338-40F1-8709-BB51-8083198D9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4300D-6EFE-401E-B116-5129353E428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F08364-ED05-8CD0-FF1D-DF35CC129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F43FCA-888E-FE81-6F61-EEF5F4EF6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77063-28AF-4995-A478-B24A500378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72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D7135211-F03F-4020-4D4B-24917602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99" y="1867363"/>
            <a:ext cx="3798137" cy="388958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53FBD97-3AE1-3592-3B0C-62EB5579D740}"/>
              </a:ext>
            </a:extLst>
          </p:cNvPr>
          <p:cNvSpPr txBox="1"/>
          <p:nvPr/>
        </p:nvSpPr>
        <p:spPr>
          <a:xfrm>
            <a:off x="422465" y="1301144"/>
            <a:ext cx="5587810" cy="18466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b="1" dirty="0"/>
              <a:t>Klassisch-technische Kommunikation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600" b="1" dirty="0">
                <a:latin typeface="Arial"/>
                <a:cs typeface="Arial"/>
              </a:rPr>
              <a:t>Was:</a:t>
            </a:r>
            <a:endParaRPr lang="de-DE" altLang="de-DE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600" b="1" dirty="0">
                <a:latin typeface="Arial"/>
                <a:cs typeface="Arial"/>
              </a:rPr>
              <a:t>Wie:</a:t>
            </a:r>
            <a:endParaRPr lang="de-DE" altLang="de-DE" sz="1600" dirty="0">
              <a:latin typeface="Arial"/>
              <a:cs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600" b="1" dirty="0">
                <a:latin typeface="Arial" panose="020B0604020202020204" pitchFamily="34" charset="0"/>
              </a:rPr>
              <a:t>Warum:</a:t>
            </a:r>
            <a:endParaRPr lang="de-D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AA7E4-A50D-F461-90E1-5760178CA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64" y="4009815"/>
            <a:ext cx="5587810" cy="18774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b="1" dirty="0"/>
              <a:t>Sinngetriebene Kommunikation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600" b="1" dirty="0">
                <a:latin typeface="Arial"/>
                <a:cs typeface="Arial"/>
              </a:rPr>
              <a:t>Warum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  <a:r>
              <a:rPr kumimoji="0" lang="de-DE" altLang="de-DE" sz="1600" i="1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Wir glauben,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de-DE" sz="1600" i="1" dirty="0"/>
              <a:t>dass …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600" b="1" dirty="0">
                <a:latin typeface="Arial"/>
                <a:cs typeface="Arial"/>
              </a:rPr>
              <a:t>Wie</a:t>
            </a:r>
            <a:r>
              <a:rPr kumimoji="0" lang="de-DE" altLang="de-DE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de-DE" altLang="de-D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1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Was:</a:t>
            </a:r>
            <a:endParaRPr kumimoji="0" lang="de-DE" altLang="de-DE" sz="1600" b="0" i="1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7" name="Sprechblase: rechteckig 6">
            <a:extLst>
              <a:ext uri="{FF2B5EF4-FFF2-40B4-BE49-F238E27FC236}">
                <a16:creationId xmlns:a16="http://schemas.microsoft.com/office/drawing/2014/main" id="{064C306F-BA18-AC9B-192D-BADADC24CA15}"/>
              </a:ext>
            </a:extLst>
          </p:cNvPr>
          <p:cNvSpPr/>
          <p:nvPr/>
        </p:nvSpPr>
        <p:spPr>
          <a:xfrm>
            <a:off x="8073324" y="796705"/>
            <a:ext cx="3252252" cy="985725"/>
          </a:xfrm>
          <a:prstGeom prst="wedgeRectCallout">
            <a:avLst>
              <a:gd name="adj1" fmla="val -38476"/>
              <a:gd name="adj2" fmla="val 14027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i="1" dirty="0">
                <a:solidFill>
                  <a:schemeClr val="tx1"/>
                </a:solidFill>
              </a:rPr>
              <a:t>Was bieten wir konkret an?</a:t>
            </a:r>
          </a:p>
        </p:txBody>
      </p:sp>
      <p:sp>
        <p:nvSpPr>
          <p:cNvPr id="9" name="Sprechblase: rechteckig 8">
            <a:extLst>
              <a:ext uri="{FF2B5EF4-FFF2-40B4-BE49-F238E27FC236}">
                <a16:creationId xmlns:a16="http://schemas.microsoft.com/office/drawing/2014/main" id="{8A541B32-FB79-6854-F776-3710D5730AE2}"/>
              </a:ext>
            </a:extLst>
          </p:cNvPr>
          <p:cNvSpPr/>
          <p:nvPr/>
        </p:nvSpPr>
        <p:spPr>
          <a:xfrm>
            <a:off x="9142551" y="3141313"/>
            <a:ext cx="2730701" cy="921733"/>
          </a:xfrm>
          <a:prstGeom prst="wedgeRectCallout">
            <a:avLst>
              <a:gd name="adj1" fmla="val -64471"/>
              <a:gd name="adj2" fmla="val 959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i="1" dirty="0">
                <a:solidFill>
                  <a:schemeClr val="tx1"/>
                </a:solidFill>
              </a:rPr>
              <a:t>Wie setzen wir es um? </a:t>
            </a:r>
          </a:p>
        </p:txBody>
      </p:sp>
      <p:sp>
        <p:nvSpPr>
          <p:cNvPr id="10" name="Sprechblase: rechteckig 9">
            <a:extLst>
              <a:ext uri="{FF2B5EF4-FFF2-40B4-BE49-F238E27FC236}">
                <a16:creationId xmlns:a16="http://schemas.microsoft.com/office/drawing/2014/main" id="{0D532895-1FE3-1AD0-4D4D-2872CE755F1C}"/>
              </a:ext>
            </a:extLst>
          </p:cNvPr>
          <p:cNvSpPr/>
          <p:nvPr/>
        </p:nvSpPr>
        <p:spPr>
          <a:xfrm>
            <a:off x="6398049" y="4351463"/>
            <a:ext cx="3463280" cy="774215"/>
          </a:xfrm>
          <a:prstGeom prst="wedgeRectCallout">
            <a:avLst>
              <a:gd name="adj1" fmla="val -5179"/>
              <a:gd name="adj2" fmla="val -8787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i="1" dirty="0">
                <a:solidFill>
                  <a:schemeClr val="tx1"/>
                </a:solidFill>
              </a:rPr>
              <a:t>Warum machen wir das?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711C25C-03FA-6033-CAAE-18714B51C4E2}"/>
              </a:ext>
            </a:extLst>
          </p:cNvPr>
          <p:cNvSpPr txBox="1"/>
          <p:nvPr/>
        </p:nvSpPr>
        <p:spPr>
          <a:xfrm>
            <a:off x="249171" y="427373"/>
            <a:ext cx="6362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Golden Circle</a:t>
            </a:r>
            <a:endParaRPr lang="de-DE" sz="2000" b="1" i="1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809AA6E9-E942-594E-6B68-E988EB2B4C68}"/>
              </a:ext>
            </a:extLst>
          </p:cNvPr>
          <p:cNvSpPr/>
          <p:nvPr/>
        </p:nvSpPr>
        <p:spPr>
          <a:xfrm>
            <a:off x="7315199" y="2572986"/>
            <a:ext cx="1367073" cy="28065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i="1" dirty="0" err="1"/>
              <a:t>What</a:t>
            </a:r>
            <a:endParaRPr lang="de-DE" sz="1400" i="1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FE8D2AE4-61CF-415D-894D-FE1261E9AFED}"/>
              </a:ext>
            </a:extLst>
          </p:cNvPr>
          <p:cNvSpPr/>
          <p:nvPr/>
        </p:nvSpPr>
        <p:spPr>
          <a:xfrm>
            <a:off x="7446153" y="3130823"/>
            <a:ext cx="1367073" cy="28065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i="1" dirty="0" err="1"/>
              <a:t>How</a:t>
            </a:r>
            <a:endParaRPr lang="de-DE" sz="1400" i="1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2789AA6C-B5A1-385F-695E-711CD075B80A}"/>
              </a:ext>
            </a:extLst>
          </p:cNvPr>
          <p:cNvSpPr/>
          <p:nvPr/>
        </p:nvSpPr>
        <p:spPr>
          <a:xfrm>
            <a:off x="7446154" y="3810409"/>
            <a:ext cx="1367073" cy="28065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i="1" dirty="0" err="1"/>
              <a:t>Why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329272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DC7E08129DF24BB2559E4147F756E2" ma:contentTypeVersion="3" ma:contentTypeDescription="Ein neues Dokument erstellen." ma:contentTypeScope="" ma:versionID="c251af7fd8c3f0fd09e4b911aead3e3d">
  <xsd:schema xmlns:xsd="http://www.w3.org/2001/XMLSchema" xmlns:xs="http://www.w3.org/2001/XMLSchema" xmlns:p="http://schemas.microsoft.com/office/2006/metadata/properties" xmlns:ns2="879beae5-9526-4631-b059-f6a7ae9bdb1e" targetNamespace="http://schemas.microsoft.com/office/2006/metadata/properties" ma:root="true" ma:fieldsID="f0e74db86ff9a4ed6e09133d8b57a569" ns2:_="">
    <xsd:import namespace="879beae5-9526-4631-b059-f6a7ae9bdb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9beae5-9526-4631-b059-f6a7ae9bdb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0A65B6-F73F-4FAA-B2CC-41568CEF8C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9beae5-9526-4631-b059-f6a7ae9bdb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94296D-9C56-4930-A202-994C5C11DC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AEB8BE-8246-4A08-9504-B83C6B299CEB}">
  <ds:schemaRefs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236759e3-1627-41e6-b648-ecad5bbecd4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Breitbild</PresentationFormat>
  <Paragraphs>21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Hering, Annika</dc:creator>
  <cp:lastModifiedBy>Hering, Annika</cp:lastModifiedBy>
  <cp:revision>18</cp:revision>
  <dcterms:created xsi:type="dcterms:W3CDTF">2025-09-04T11:18:36Z</dcterms:created>
  <dcterms:modified xsi:type="dcterms:W3CDTF">2026-02-20T12:42:01Z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0x0101000FDC7E08129DF24BB2559E4147F756E2</vt:lpwstr>
  </property>
  <property fmtid="{D5CDD505-2E9C-101B-9397-08002B2CF9AE}" pid="3" name="Order">
    <vt:r8>4800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