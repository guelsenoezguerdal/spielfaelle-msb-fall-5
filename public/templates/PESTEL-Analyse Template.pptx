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15592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/>
              <a:t>PESTEL-</a:t>
            </a:r>
            <a:r>
              <a:rPr sz="3600" b="1" dirty="0" err="1"/>
              <a:t>Analyse</a:t>
            </a:r>
            <a:endParaRPr sz="36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832785"/>
              </p:ext>
            </p:extLst>
          </p:nvPr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r>
                        <a:rPr sz="1600" b="1"/>
                        <a:t>PESTEL-Faktor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 dirty="0" err="1"/>
                        <a:t>Externer</a:t>
                      </a:r>
                      <a:r>
                        <a:rPr sz="1600" b="1" dirty="0"/>
                        <a:t> Treiber (Fakt)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Auswirkung auf unsere Einrichtung (Konsequenz)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Strategische Implikation (Unsere Maßnahme)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dirty="0" err="1"/>
                        <a:t>Politisch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externen Treiber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Auswirkung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strategische Maßnahme eintragen...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t>Ökonomisch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externen Treiber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Auswirkung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strategische Maßnahme eintragen...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t>Sozial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externen Treiber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Auswirkung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strategische Maßnahme eintragen...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t>Technologisch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externen Treiber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Auswirkung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strategische Maßnahme eintragen...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t>Ökologisch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externen Treiber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Auswirkung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strategische Maßnahme eintragen...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r>
                        <a:t>Rechtlich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externen Treiber eintragen...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Auswirkung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Hier </a:t>
                      </a:r>
                      <a:r>
                        <a:rPr dirty="0" err="1"/>
                        <a:t>strategische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Maßnahme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eintragen</a:t>
                      </a:r>
                      <a:r>
                        <a:rPr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Benutzerdefiniert</PresentationFormat>
  <Paragraphs>29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Annika Hering</dc:creator>
  <cp:keywords/>
  <dc:description>generated using python-pptx</dc:description>
  <cp:lastModifiedBy>Hering, Annika</cp:lastModifiedBy>
  <cp:revision>2</cp:revision>
  <dcterms:created xsi:type="dcterms:W3CDTF">2013-01-27T09:14:16Z</dcterms:created>
  <dcterms:modified xsi:type="dcterms:W3CDTF">2026-02-20T12:53:43Z</dcterms:modified>
  <cp:category/>
</cp:coreProperties>
</file>