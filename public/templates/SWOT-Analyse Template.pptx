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72606" y="183061"/>
            <a:ext cx="7177969" cy="426600"/>
          </a:xfrm>
          <a:prstGeom prst="rect">
            <a:avLst/>
          </a:prstGeom>
          <a:solidFill>
            <a:srgbClr val="B4C8D7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ysClr val="windowText" lastClr="000000"/>
                </a:solidFill>
              </a:rPr>
              <a:t>Interne </a:t>
            </a:r>
            <a:r>
              <a:rPr b="1" dirty="0" err="1">
                <a:solidFill>
                  <a:sysClr val="windowText" lastClr="000000"/>
                </a:solidFill>
              </a:rPr>
              <a:t>Analyse</a:t>
            </a:r>
            <a:endParaRPr b="1" dirty="0">
              <a:solidFill>
                <a:sysClr val="windowText" lastClr="0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9917" y="2708254"/>
            <a:ext cx="482880" cy="3448555"/>
          </a:xfrm>
          <a:prstGeom prst="rect">
            <a:avLst/>
          </a:prstGeom>
          <a:solidFill>
            <a:srgbClr val="B4C8D7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sz="1800" b="1" dirty="0">
                <a:solidFill>
                  <a:sysClr val="windowText" lastClr="000000"/>
                </a:solidFill>
              </a:rPr>
              <a:t>Externe </a:t>
            </a:r>
            <a:r>
              <a:rPr sz="1800" b="1" dirty="0" err="1">
                <a:solidFill>
                  <a:sysClr val="windowText" lastClr="000000"/>
                </a:solidFill>
              </a:rPr>
              <a:t>Analyse</a:t>
            </a:r>
            <a:endParaRPr sz="1800" b="1" dirty="0">
              <a:solidFill>
                <a:sysClr val="windowText" lastClr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72606" y="876896"/>
            <a:ext cx="3424350" cy="1523698"/>
          </a:xfrm>
          <a:prstGeom prst="rect">
            <a:avLst/>
          </a:prstGeom>
          <a:solidFill>
            <a:srgbClr val="F0F0F0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 err="1">
                <a:solidFill>
                  <a:schemeClr val="tx1"/>
                </a:solidFill>
              </a:rPr>
              <a:t>Stärken</a:t>
            </a:r>
            <a:r>
              <a:rPr sz="1800" b="1" dirty="0">
                <a:solidFill>
                  <a:schemeClr val="tx1"/>
                </a:solidFill>
              </a:rPr>
              <a:t> (strengths)
- ...
- ...
- 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8526225" y="876896"/>
            <a:ext cx="3424350" cy="1523698"/>
          </a:xfrm>
          <a:prstGeom prst="rect">
            <a:avLst/>
          </a:prstGeom>
          <a:solidFill>
            <a:srgbClr val="F0F0F0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 err="1">
                <a:solidFill>
                  <a:schemeClr val="tx1"/>
                </a:solidFill>
              </a:rPr>
              <a:t>Schwächen</a:t>
            </a:r>
            <a:r>
              <a:rPr sz="1800" b="1" dirty="0">
                <a:solidFill>
                  <a:schemeClr val="tx1"/>
                </a:solidFill>
              </a:rPr>
              <a:t> (weaknesses)
- ...
- ...
- 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178" y="2708254"/>
            <a:ext cx="3424350" cy="1523698"/>
          </a:xfrm>
          <a:prstGeom prst="rect">
            <a:avLst/>
          </a:prstGeom>
          <a:solidFill>
            <a:srgbClr val="F0F0F0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 err="1">
                <a:solidFill>
                  <a:schemeClr val="tx1"/>
                </a:solidFill>
              </a:rPr>
              <a:t>Chancen</a:t>
            </a:r>
            <a:r>
              <a:rPr sz="1800" b="1" dirty="0">
                <a:solidFill>
                  <a:schemeClr val="tx1"/>
                </a:solidFill>
              </a:rPr>
              <a:t> (opportunities)
- ...
- ...
-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178" y="4633111"/>
            <a:ext cx="3424350" cy="1523698"/>
          </a:xfrm>
          <a:prstGeom prst="rect">
            <a:avLst/>
          </a:prstGeom>
          <a:solidFill>
            <a:srgbClr val="F0F0F0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 err="1">
                <a:solidFill>
                  <a:schemeClr val="tx1"/>
                </a:solidFill>
              </a:rPr>
              <a:t>Risiken</a:t>
            </a:r>
            <a:r>
              <a:rPr sz="1800" b="1" dirty="0">
                <a:solidFill>
                  <a:schemeClr val="tx1"/>
                </a:solidFill>
              </a:rPr>
              <a:t> (threats)
- ...
- ...
-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2606" y="2708254"/>
            <a:ext cx="3424350" cy="1523697"/>
          </a:xfrm>
          <a:prstGeom prst="rect">
            <a:avLst/>
          </a:prstGeom>
          <a:solidFill>
            <a:srgbClr val="F0F0F0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SO-</a:t>
            </a:r>
            <a:r>
              <a:rPr sz="1800" b="1" dirty="0" err="1">
                <a:solidFill>
                  <a:schemeClr val="tx1"/>
                </a:solidFill>
              </a:rPr>
              <a:t>Strategien</a:t>
            </a:r>
            <a:r>
              <a:rPr sz="1800" b="1" dirty="0">
                <a:solidFill>
                  <a:schemeClr val="tx1"/>
                </a:solidFill>
              </a:rPr>
              <a:t>
- ...
- ...
-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26225" y="2708254"/>
            <a:ext cx="3424350" cy="1523696"/>
          </a:xfrm>
          <a:prstGeom prst="rect">
            <a:avLst/>
          </a:prstGeom>
          <a:solidFill>
            <a:srgbClr val="F0F0F0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WO-</a:t>
            </a:r>
            <a:r>
              <a:rPr sz="1800" b="1" dirty="0" err="1">
                <a:solidFill>
                  <a:schemeClr val="tx1"/>
                </a:solidFill>
              </a:rPr>
              <a:t>Strategien</a:t>
            </a:r>
            <a:r>
              <a:rPr sz="1800" b="1" dirty="0">
                <a:solidFill>
                  <a:schemeClr val="tx1"/>
                </a:solidFill>
              </a:rPr>
              <a:t>
- ...
- ...
-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72606" y="4572451"/>
            <a:ext cx="3424350" cy="1584357"/>
          </a:xfrm>
          <a:prstGeom prst="rect">
            <a:avLst/>
          </a:prstGeom>
          <a:solidFill>
            <a:srgbClr val="F0F0F0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ST-</a:t>
            </a:r>
            <a:r>
              <a:rPr sz="1800" b="1" dirty="0" err="1">
                <a:solidFill>
                  <a:schemeClr val="tx1"/>
                </a:solidFill>
              </a:rPr>
              <a:t>Strategien</a:t>
            </a:r>
            <a:r>
              <a:rPr sz="1800" b="1" dirty="0">
                <a:solidFill>
                  <a:schemeClr val="tx1"/>
                </a:solidFill>
              </a:rPr>
              <a:t>
- ...
- ...
- 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26225" y="4572451"/>
            <a:ext cx="3424350" cy="1584357"/>
          </a:xfrm>
          <a:prstGeom prst="rect">
            <a:avLst/>
          </a:prstGeom>
          <a:solidFill>
            <a:srgbClr val="F0F0F0"/>
          </a:solidFill>
          <a:ln>
            <a:solidFill>
              <a:srgbClr val="78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WT-</a:t>
            </a:r>
            <a:r>
              <a:rPr sz="1800" b="1" dirty="0" err="1">
                <a:solidFill>
                  <a:schemeClr val="tx1"/>
                </a:solidFill>
              </a:rPr>
              <a:t>Strategien</a:t>
            </a:r>
            <a:r>
              <a:rPr sz="1800" b="1" dirty="0">
                <a:solidFill>
                  <a:schemeClr val="tx1"/>
                </a:solidFill>
              </a:rPr>
              <a:t>
- ...
- ...
- ...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6691A5EC-369C-B47E-B8DD-063EA2513BA8}"/>
              </a:ext>
            </a:extLst>
          </p:cNvPr>
          <p:cNvSpPr txBox="1"/>
          <p:nvPr/>
        </p:nvSpPr>
        <p:spPr>
          <a:xfrm>
            <a:off x="457200" y="274320"/>
            <a:ext cx="298703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DE" sz="3600" b="1" dirty="0"/>
              <a:t>SWOT-Analyse</a:t>
            </a:r>
            <a:endParaRPr sz="3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Benutzerdefiniert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Annika Hering</dc:creator>
  <cp:keywords/>
  <dc:description>generated using python-pptx</dc:description>
  <cp:lastModifiedBy>Hering, Annika</cp:lastModifiedBy>
  <cp:revision>2</cp:revision>
  <dcterms:created xsi:type="dcterms:W3CDTF">2013-01-27T09:14:16Z</dcterms:created>
  <dcterms:modified xsi:type="dcterms:W3CDTF">2026-02-20T12:50:23Z</dcterms:modified>
  <cp:category/>
</cp:coreProperties>
</file>