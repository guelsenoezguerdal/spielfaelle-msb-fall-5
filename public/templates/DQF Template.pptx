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0540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/>
              <a:t>DQF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916622"/>
              </p:ext>
            </p:extLst>
          </p:nvPr>
        </p:nvGraphicFramePr>
        <p:xfrm>
          <a:off x="274320" y="1188720"/>
          <a:ext cx="11314116" cy="519246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8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8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8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85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064">
                <a:tc>
                  <a:txBody>
                    <a:bodyPr/>
                    <a:lstStyle/>
                    <a:p>
                      <a:r>
                        <a:rPr sz="1600" b="1" dirty="0"/>
                        <a:t>DQF-Feld (</a:t>
                      </a:r>
                      <a:r>
                        <a:rPr sz="1600" b="1" dirty="0" err="1"/>
                        <a:t>Koordinate</a:t>
                      </a:r>
                      <a:r>
                        <a:rPr sz="1600" b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Ist-Zustand (Diagnose)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Soll-Zustand (Vision)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 dirty="0" err="1"/>
                        <a:t>Strategisches</a:t>
                      </a:r>
                      <a:r>
                        <a:rPr sz="1600" b="1" dirty="0"/>
                        <a:t> Ziel (1–3 Jahre)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r>
                        <a:t>Beispiel: Informationsmanagement × Strukturqualität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WLAN fällt ständig aus, keine Tablets für Pflegepersonal.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Volle Mobilität: Daten sind am Patientenbett verfügbar.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„Mobile First“-Infrastruktur: Jede Pflegekraft hat Zugriff auf das KIS am Point-of-Care.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r>
                        <a:t>Hier DQF-Feld eintragen...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Ist-Zustand beschreiben...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Soll-Zustand definieren...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strategisches Ziel definieren...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r>
                        <a:t>Hier DQF-Feld eintragen...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Ist-Zustand beschreiben...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Soll-Zustand definieren...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strategisches Ziel definieren...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r>
                        <a:t>Hier DQF-Feld eintragen...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Ist-Zustand beschreiben...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Soll-Zustand definieren...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strategisches Ziel definieren...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r>
                        <a:t>Hier DQF-Feld eintragen...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Ist-Zustand beschreiben...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Soll-Zustand definieren...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Hier </a:t>
                      </a:r>
                      <a:r>
                        <a:rPr dirty="0" err="1"/>
                        <a:t>strategisches</a:t>
                      </a:r>
                      <a:r>
                        <a:rPr dirty="0"/>
                        <a:t> Ziel </a:t>
                      </a:r>
                      <a:r>
                        <a:rPr dirty="0" err="1"/>
                        <a:t>definieren</a:t>
                      </a:r>
                      <a:r>
                        <a:rPr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</Words>
  <Application>Microsoft Office PowerPoint</Application>
  <PresentationFormat>Benutzerdefiniert</PresentationFormat>
  <Paragraphs>25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Annika Hering</dc:creator>
  <cp:keywords/>
  <dc:description>generated using python-pptx</dc:description>
  <cp:lastModifiedBy>Hering, Annika</cp:lastModifiedBy>
  <cp:revision>3</cp:revision>
  <dcterms:created xsi:type="dcterms:W3CDTF">2013-01-27T09:14:16Z</dcterms:created>
  <dcterms:modified xsi:type="dcterms:W3CDTF">2026-02-20T12:56:50Z</dcterms:modified>
  <cp:category/>
</cp:coreProperties>
</file>