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50846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/>
              <a:t>NASSS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69844"/>
              </p:ext>
            </p:extLst>
          </p:nvPr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87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0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sz="1600" b="1" dirty="0"/>
                        <a:t>NASSS-</a:t>
                      </a:r>
                      <a:r>
                        <a:rPr sz="1600" b="1" dirty="0" err="1"/>
                        <a:t>Domäne</a:t>
                      </a:r>
                      <a:endParaRPr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Potentielles Risiko / Komplexität (Beispiel)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Gegenmaßnahme / Strategie („Wie kommen wir dorthin?“)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t>1. Die Erkrankung / das 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Risiko oder Komplexität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Gegenmaßnahme oder Strategie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t>2. Die Technologie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Risiko oder Komplexität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Gegenmaßnahme oder Strategie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t>3. Das Wertversprechen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Risiko oder Komplexität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Gegenmaßnahme oder Strategie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t>4. Die Anwender (Personal, Patienten, Angehörige)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Risiko oder Komplexität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Gegenmaßnahme oder Strategie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t>5. Die Organisation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Risiko oder Komplexität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Gegenmaßnahme oder Strategie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t>6. Das weitere System (rechtlich, politisch, regulatorisch)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Risiko oder Komplexität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Gegenmaßnahme oder Strategie definieren...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t>7. Einbettung und Nachhaltigkeit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Hier Risiko oder Komplexität beschreiben...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Hier </a:t>
                      </a:r>
                      <a:r>
                        <a:rPr dirty="0" err="1"/>
                        <a:t>Gegenmaßnahme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oder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Strategie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definieren</a:t>
                      </a:r>
                      <a:r>
                        <a:rPr dirty="0"/>
                        <a:t>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Benutzerdefiniert</PresentationFormat>
  <Paragraphs>25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Annika Hering</dc:creator>
  <cp:keywords/>
  <dc:description>generated using python-pptx</dc:description>
  <cp:lastModifiedBy>Hering, Annika</cp:lastModifiedBy>
  <cp:revision>2</cp:revision>
  <dcterms:created xsi:type="dcterms:W3CDTF">2013-01-27T09:14:16Z</dcterms:created>
  <dcterms:modified xsi:type="dcterms:W3CDTF">2026-02-20T12:57:42Z</dcterms:modified>
  <cp:category/>
</cp:coreProperties>
</file>